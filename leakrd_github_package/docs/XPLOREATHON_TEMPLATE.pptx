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sldIdLst>
    <p:sldId id="281" r:id="rId3"/>
    <p:sldId id="298" r:id="rId5"/>
    <p:sldId id="290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" y="6354762"/>
            <a:ext cx="12191999" cy="503238"/>
          </a:xfrm>
          <a:prstGeom prst="rect">
            <a:avLst/>
          </a:prstGeom>
          <a:pattFill prst="pct90">
            <a:fgClr>
              <a:srgbClr val="7030A0"/>
            </a:fgClr>
            <a:bgClr>
              <a:schemeClr val="bg1"/>
            </a:bgClr>
          </a:patt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7030A0"/>
                </a:solidFill>
                <a:latin typeface="Garamond" panose="02020404030301010803" pitchFamily="18" charset="0"/>
              </a:rPr>
              <a:t>XPLOREATHON 2025</a:t>
            </a:r>
            <a:endParaRPr lang="en-US" sz="3600" b="1" dirty="0">
              <a:solidFill>
                <a:srgbClr val="7030A0"/>
              </a:solidFill>
              <a:latin typeface="Garamond" panose="02020404030301010803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40080" y="1738498"/>
            <a:ext cx="10332839" cy="46158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Problem Track ID: 5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Title: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Cloud Credential Leakage Detection &amp; Auto-Revocation System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PS Category: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Team Name: CyberTech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College Name: GRT INSTITUTE OF ENGINEERING AND TECHNOLOGY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76200" y="6425478"/>
            <a:ext cx="3591232" cy="365125"/>
          </a:xfrm>
        </p:spPr>
        <p:txBody>
          <a:bodyPr/>
          <a:lstStyle/>
          <a:p>
            <a:pPr>
              <a:defRPr/>
            </a:pPr>
            <a:r>
              <a:rPr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XPLOREATHON</a:t>
            </a:r>
            <a:r>
              <a:rPr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Idea submission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139440" y="1310640"/>
            <a:ext cx="7701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TITLE PAGE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9022" y="136522"/>
            <a:ext cx="1489812" cy="993208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" r="87670"/>
          <a:stretch>
            <a:fillRect/>
          </a:stretch>
        </p:blipFill>
        <p:spPr bwMode="auto">
          <a:xfrm>
            <a:off x="207353" y="136523"/>
            <a:ext cx="1294043" cy="1077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pattFill prst="pct90">
            <a:fgClr>
              <a:srgbClr val="7030A0"/>
            </a:fgClr>
            <a:bgClr>
              <a:schemeClr val="bg1"/>
            </a:bgClr>
          </a:patt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419350" y="0"/>
            <a:ext cx="8109585" cy="1483995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altLang="en-US" sz="24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Cloud Credential Leakage Detection &amp; Auto-Revocation System</a:t>
            </a:r>
            <a:br>
              <a:rPr lang="en-US" altLang="en-US" sz="24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altLang="en-US" sz="15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(AI-driven automation for preventing cloud credential leaks in real time)</a:t>
            </a:r>
            <a:endParaRPr lang="en-US" altLang="en-US" sz="15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995045" y="1483995"/>
            <a:ext cx="10958195" cy="17360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day “10,000 cloud API keys leak” on GitHub, Discord &amp; Pastebin.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“Attackers exploit them within minutes → data breaches &amp; crypto-mining losses”.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only detect leaks — “none can auto-revoke credentials”.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0" y="6423818"/>
            <a:ext cx="3736258" cy="365125"/>
          </a:xfrm>
        </p:spPr>
        <p:txBody>
          <a:bodyPr/>
          <a:lstStyle/>
          <a:p>
            <a:pPr>
              <a:defRPr/>
            </a:pPr>
            <a:r>
              <a:rPr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XPLOREATHON</a:t>
            </a:r>
            <a:r>
              <a:rPr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Idea submission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9022" y="136522"/>
            <a:ext cx="1489812" cy="993208"/>
          </a:xfrm>
          <a:prstGeom prst="rect">
            <a:avLst/>
          </a:prstGeom>
        </p:spPr>
      </p:pic>
      <p:sp>
        <p:nvSpPr>
          <p:cNvPr id="3" name="Diamond 2"/>
          <p:cNvSpPr/>
          <p:nvPr/>
        </p:nvSpPr>
        <p:spPr>
          <a:xfrm>
            <a:off x="0" y="107950"/>
            <a:ext cx="2550160" cy="1021715"/>
          </a:xfrm>
          <a:prstGeom prst="diamond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CyberTech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096010" y="2903855"/>
            <a:ext cx="526605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Solution: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 of GitHub / Pastebin / local repos.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 + Regex detects secret patterns &amp; context.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Cloud APIs validate and auto-revoke active keys.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Instant Slack/Email alerts + live dashboard.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Optional voice alerts &amp; predictive analytics.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“Our solution automatically detects and fixes credential leaks before damage occurs.”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362065" y="2904490"/>
            <a:ext cx="457771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Uniqueness: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Combines AI (NLP + Transformers) with DevSecOps automation.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Provides self-healing cloud security in seconds.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Multi-cloud coverage (AWS, Azure, GCP).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First open model that detects + fixes + alerts automatically.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" y="6354761"/>
            <a:ext cx="12191999" cy="503238"/>
          </a:xfrm>
          <a:prstGeom prst="rect">
            <a:avLst/>
          </a:prstGeom>
          <a:pattFill prst="pct90">
            <a:fgClr>
              <a:srgbClr val="7030A0"/>
            </a:fgClr>
            <a:bgClr>
              <a:schemeClr val="bg1"/>
            </a:bgClr>
          </a:patt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sz="3600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STRATEGY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29030"/>
            <a:ext cx="5330825" cy="3775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 FastAPI + Streamlit + Celery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 that understands context to avoid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false alarms.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APIs: AWS boto3 | GCP SDK | Azure Identity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SQLite / PostgreSQL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 Redis + Cron Jobs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Notification: Slack Webhook + Email API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Font typeface="Wingdings" panose="05000000000000000000" charset="0"/>
              <a:buNone/>
            </a:pP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layers:</a:t>
            </a:r>
            <a:endParaRPr lang="en-US" alt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Layer → Regex + AI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 Layer → Cloud API Check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 Layer → Auto Revocation + Alerts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Layer → Streamlit Dashboard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5865" y="6423818"/>
            <a:ext cx="3532238" cy="365125"/>
          </a:xfrm>
        </p:spPr>
        <p:txBody>
          <a:bodyPr/>
          <a:lstStyle/>
          <a:p>
            <a:pPr>
              <a:defRPr/>
            </a:pPr>
            <a:r>
              <a:rPr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XPLOREATHON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</a:t>
            </a:r>
            <a:r>
              <a:rPr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 submission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9190" y="136522"/>
            <a:ext cx="1489812" cy="993208"/>
          </a:xfrm>
          <a:prstGeom prst="rect">
            <a:avLst/>
          </a:prstGeom>
        </p:spPr>
      </p:pic>
      <p:sp>
        <p:nvSpPr>
          <p:cNvPr id="3" name="Diamond 2"/>
          <p:cNvSpPr/>
          <p:nvPr/>
        </p:nvSpPr>
        <p:spPr>
          <a:xfrm>
            <a:off x="0" y="91440"/>
            <a:ext cx="2550160" cy="1021715"/>
          </a:xfrm>
          <a:prstGeom prst="diamond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CyberTech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873750" y="1253490"/>
            <a:ext cx="5708650" cy="1398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Our Model Highlights:</a:t>
            </a:r>
            <a:endParaRPr lang="en-US" altLang="en-US" sz="1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DistilBERT model scores leaks by confidence level.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Auto-revokes live keys via secure API calls.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shows risk level + time-to-detection.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Fully async Celery workers handle real-time load.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Cloud Credential Leakage Detection Flow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490" y="2708910"/>
            <a:ext cx="3169920" cy="351409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5940425" y="2678430"/>
            <a:ext cx="2165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Flow chart: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pattFill prst="pct90">
            <a:fgClr>
              <a:srgbClr val="7030A0"/>
            </a:fgClr>
            <a:bgClr>
              <a:schemeClr val="bg1"/>
            </a:bgClr>
          </a:patt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5933" y="172596"/>
            <a:ext cx="10972800" cy="1143000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OVERCOMING BARRIERS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40765" y="1315720"/>
            <a:ext cx="4342130" cy="2584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Challenges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High false positives in regex-based scans.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Safe validation without triggering abuse.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Secure storage of admin credentials.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Ensuring scans respect data privacy and legal boundaries.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15528" y="6423819"/>
            <a:ext cx="3610897" cy="29766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XPLOREATHON</a:t>
            </a:r>
            <a:r>
              <a:rPr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Idea submission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9190" y="136522"/>
            <a:ext cx="1489812" cy="993208"/>
          </a:xfrm>
          <a:prstGeom prst="rect">
            <a:avLst/>
          </a:prstGeom>
        </p:spPr>
      </p:pic>
      <p:sp>
        <p:nvSpPr>
          <p:cNvPr id="3" name="Diamond 2"/>
          <p:cNvSpPr/>
          <p:nvPr/>
        </p:nvSpPr>
        <p:spPr>
          <a:xfrm>
            <a:off x="0" y="136525"/>
            <a:ext cx="2550160" cy="1021715"/>
          </a:xfrm>
          <a:prstGeom prst="diamond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CyberTech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29665" y="4057650"/>
            <a:ext cx="540194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“AI filter (Transformer + context learning) reduces false alerts by 80%”.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Scan only authorized repositories / sanitized feeds.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Store admin keys in AWS Secrets Manager / Vault.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Include human approval step before revocation for safety.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056630" y="1498600"/>
            <a:ext cx="49593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Built entirely on open APIs &amp; cloud SDKs.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Runs on Docker / Kubernetes for scale.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Integrates with CI/CD pipelines for continuous protection.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-3667" y="6354135"/>
            <a:ext cx="12191999" cy="503238"/>
          </a:xfrm>
          <a:prstGeom prst="rect">
            <a:avLst/>
          </a:prstGeom>
          <a:pattFill prst="pct90">
            <a:fgClr>
              <a:srgbClr val="7030A0"/>
            </a:fgClr>
            <a:bgClr>
              <a:schemeClr val="bg1"/>
            </a:bgClr>
          </a:patt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5933" y="309829"/>
            <a:ext cx="10972800" cy="1143000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BENEFITS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10260" y="1452880"/>
            <a:ext cx="5423535" cy="1753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US" altLang="en-US" sz="18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Prevents real-time cloud breaches in &lt; 60 seconds.</a:t>
            </a:r>
            <a:endParaRPr lang="en-US" altLang="en-US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 enterprises from unauthorized cloud charges.</a:t>
            </a:r>
            <a:endParaRPr lang="en-US" altLang="en-US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Strengthens DevSecOps culture through automation.</a:t>
            </a:r>
            <a:endParaRPr lang="en-US" altLang="en-US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9273" y="6457687"/>
            <a:ext cx="3577992" cy="263791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XPLOREATHON Idea </a:t>
            </a:r>
            <a:r>
              <a:rPr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submission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9022" y="136522"/>
            <a:ext cx="1489812" cy="993208"/>
          </a:xfrm>
          <a:prstGeom prst="rect">
            <a:avLst/>
          </a:prstGeom>
        </p:spPr>
      </p:pic>
      <p:sp>
        <p:nvSpPr>
          <p:cNvPr id="3" name="Diamond 2"/>
          <p:cNvSpPr/>
          <p:nvPr/>
        </p:nvSpPr>
        <p:spPr>
          <a:xfrm>
            <a:off x="-3810" y="107950"/>
            <a:ext cx="2550160" cy="1021715"/>
          </a:xfrm>
          <a:prstGeom prst="diamond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CyberTech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354445" y="1713865"/>
            <a:ext cx="3679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graphicFrame>
        <p:nvGraphicFramePr>
          <p:cNvPr id="8" name="Table 7"/>
          <p:cNvGraphicFramePr/>
          <p:nvPr>
            <p:custDataLst>
              <p:tags r:id="rId2"/>
            </p:custDataLst>
          </p:nvPr>
        </p:nvGraphicFramePr>
        <p:xfrm>
          <a:off x="810260" y="3329305"/>
          <a:ext cx="6868795" cy="2902585"/>
        </p:xfrm>
        <a:graphic>
          <a:graphicData uri="http://schemas.openxmlformats.org/drawingml/2006/table">
            <a:tbl>
              <a:tblPr/>
              <a:tblGrid>
                <a:gridCol w="1477010"/>
                <a:gridCol w="5391785"/>
              </a:tblGrid>
              <a:tr h="429895">
                <a:tc>
                  <a:txBody>
                    <a:bodyPr/>
                    <a:p>
                      <a:pPr>
                        <a:lnSpc>
                          <a:spcPct val="70000"/>
                        </a:lnSpc>
                      </a:pPr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70000"/>
                        </a:lnSpc>
                      </a:pPr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4665">
                <a:tc>
                  <a:txBody>
                    <a:bodyPr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7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Blocks live credential exploitation instantly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4030">
                <a:tc>
                  <a:txBody>
                    <a:bodyPr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Automation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7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self-healing without manual steps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4030">
                <a:tc>
                  <a:txBody>
                    <a:bodyPr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Economic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7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Avoids millions in breach / compute losses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5935">
                <a:tc>
                  <a:txBody>
                    <a:bodyPr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7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Understands code context for accurate detections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4030">
                <a:tc>
                  <a:txBody>
                    <a:bodyPr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7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Promotes secure coding &amp; responsible DevOps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" y="6356353"/>
            <a:ext cx="12191999" cy="503238"/>
          </a:xfrm>
          <a:prstGeom prst="rect">
            <a:avLst/>
          </a:prstGeom>
          <a:pattFill prst="pct90">
            <a:fgClr>
              <a:srgbClr val="7030A0"/>
            </a:fgClr>
            <a:bgClr>
              <a:schemeClr val="bg1"/>
            </a:bgClr>
          </a:patt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416559"/>
            <a:ext cx="10972800" cy="67881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924050" y="1398905"/>
            <a:ext cx="7073265" cy="3692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Base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IBM Cybersecurity Report 2025: “80% of breaches start with leaked credentials.”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Microsoft Security Blog 2024: GitHub token leak trends.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AWS Docs: Access Key Management &amp; Revocation API Guides.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IEEE 2023: “Automating Secret Detection Using NLP.”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GitHub API v3: Code Search &amp; Webhook Event Integration.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Future Scope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Expand to multi-cloud GCP &amp; Azure auto-fix.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Add predictive AI to detect leaks before commit.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Integrate voice alert assistant for SOC teams.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Launch as SaaS platform for enterprises with API access.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665" y="6441441"/>
            <a:ext cx="352978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XPLOREATHON</a:t>
            </a:r>
            <a:r>
              <a:rPr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Idea submission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9022" y="136522"/>
            <a:ext cx="1489812" cy="993208"/>
          </a:xfrm>
          <a:prstGeom prst="rect">
            <a:avLst/>
          </a:prstGeom>
        </p:spPr>
      </p:pic>
      <p:sp>
        <p:nvSpPr>
          <p:cNvPr id="4" name="Diamond 3"/>
          <p:cNvSpPr/>
          <p:nvPr/>
        </p:nvSpPr>
        <p:spPr>
          <a:xfrm>
            <a:off x="0" y="107950"/>
            <a:ext cx="2550160" cy="1021715"/>
          </a:xfrm>
          <a:prstGeom prst="diamond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CyberTech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40*228"/>
  <p:tag name="TABLE_ENDDRAG_RECT" val="67*230*540*22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3629</Words>
  <Application>WPS Presentation</Application>
  <PresentationFormat>Widescreen</PresentationFormat>
  <Paragraphs>155</Paragraphs>
  <Slides>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Times New Roman</vt:lpstr>
      <vt:lpstr>Garamond</vt:lpstr>
      <vt:lpstr>Wingdings</vt:lpstr>
      <vt:lpstr>Calibri</vt:lpstr>
      <vt:lpstr>Microsoft YaHei</vt:lpstr>
      <vt:lpstr>Arial Unicode MS</vt:lpstr>
      <vt:lpstr>Office Theme</vt:lpstr>
      <vt:lpstr> XPLOREATHON 2025</vt:lpstr>
      <vt:lpstr> Cloud Credential Leakage Detection &amp; Auto-Revocation System (AI-driven automation for preventing cloud credential leaks in real time)</vt:lpstr>
      <vt:lpstr> IMPLEMENTATION STRATEGY</vt:lpstr>
      <vt:lpstr>OVERCOMING BARRIERS</vt:lpstr>
      <vt:lpstr>KEY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WPS_1751979415</cp:lastModifiedBy>
  <cp:revision>174</cp:revision>
  <dcterms:created xsi:type="dcterms:W3CDTF">2013-12-12T18:46:00Z</dcterms:created>
  <dcterms:modified xsi:type="dcterms:W3CDTF">2025-10-18T08:06:55Z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E06C8923FBEF4C10A8B2374A8A1C9FD5_12</vt:lpwstr>
  </property>
  <property fmtid="{D5CDD505-2E9C-101B-9397-08002B2CF9AE}" pid="3" name="KSOProductBuildVer">
    <vt:lpwstr>1033-12.2.0.21931</vt:lpwstr>
  </property>
</Properties>
</file>